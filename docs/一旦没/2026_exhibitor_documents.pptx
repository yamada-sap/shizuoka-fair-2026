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1: ご提出シート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2: 提出書類【1】出展内容確認書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3: 提出書類【2】追加備品申込書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4: 提出書類【3】電気・火気・危険物使用申請書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5: 提出書類【3】電気・火気・危険物使用申請書（記入例）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6: 提出書類【4-1】掲載情報確認シート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7: 提出書類【5】ご協賛品確認シート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🚨 人間での最終確認・作業タスクリスト（手戻り撲滅用）</dc:title>
  <dc:subject>PptxGenJS Presentation</dc:subject>
  <dc:creator>Created by Marp</dc:creator>
  <cp:lastModifiedBy>Created by Marp</cp:lastModifiedBy>
  <cp:revision>1</cp:revision>
  <dcterms:created xsi:type="dcterms:W3CDTF">2026-07-16T02:41:25Z</dcterms:created>
  <dcterms:modified xsi:type="dcterms:W3CDTF">2026-07-16T02:41:25Z</dcterms:modified>
</cp:coreProperties>
</file>